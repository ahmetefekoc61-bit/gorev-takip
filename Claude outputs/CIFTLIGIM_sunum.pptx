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6B8F47"/>
          </a:solidFill>
          <a:ln/>
        </p:spPr>
      </p:sp>
      <p:pic>
        <p:nvPicPr>
          <p:cNvPr id="3" name="Image 0" descr="/home/claude/cv/icon-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619049"/>
            <a:ext cx="499262" cy="49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Küçükbaş Hayvancılıkta Kamera ile Bireysel Hayvan Tanıma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Sürü Yönetim Sistemi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BİTİRME PROJESİ ÖNERİSİ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Efe Koç   ·   Bilgisayar Mühendisliği   ·   Karabük Üniversitesi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Motivasyon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Küçükbaş hayvancılıkta her hayvanın kimliği yasal olarak kulak küpesiyle tutulur. Ancak küpe okumak hayvanı yakalamayı ve elle kontrol etmeyi gerektirir; sürü büyüdükçe yaş, ırk, aşı ve soy kaydını takip etmek kağıt üzerinde imkansızlaşır.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EF3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00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kamerasını hayvanın yüzüne doğrultmak yeterli olsun — birkaç saniyede kimlik ve tüm kayıtlar ekrana gelsin.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/home/claude/cv/icon-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2590" y="14319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0" y="1325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Küpe okumak hayvanı yakalamayı ve sakinleştirmeyi gerektiriyor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24231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/home/claude/cv/icon-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90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3774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Küpe kaybolduğunda veya okunaksız olduğunda kimlik tespiti zorlaşıyor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92240" y="34747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2" descr="/home/claude/cv/icon-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90" y="353507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0" y="3429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Yaş, ırk, aşı ve soy kaydı kağıt üzerinde ya da hafızada tutuluyor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Literatür: Bu Fikir Zaten Kanıtlanmış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Görüntüden hayvan tanıma, aktif bir araştırma alanı — projeyle doğrudan ilgili iki 2024 çalışması: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EF3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99,63%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açıdan bireysel keçi tanıma doğruluğu (2+ açı birleşince %100)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Xue ve ark. (2024)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keçi, 5 açı; MobileNetV3 / MobileViT / ResNet18 / VGG16 karşılaştırması. MobileNetV3 ailesi mobil cihazda gerçek zamanlı çalışacak şekilde tasarlanmıştır.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Animals, 14(23), 3509 — doi.org/10.3390/ani14233509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EF3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28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35.204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görüntülük veri seti — farklı ışık, saat ve ırklarda toplanmış (gerçek saha çeşitliliği)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ve ark. (2024)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703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Koyun ve keçi yüzü sınıflandırma; YOLOv8 tabanlı sınıflandırıcı klasik CNN/VGG16/EfficientNet/ResNet ile karşılaştırıldı.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AgriEngineering, 6(4), 3586–3601 — doi.org/10.3390/agriengineering6040204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Özgün Katkısı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356B3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09928"/>
            <a:ext cx="566928" cy="566928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5" name="Image 0" descr="/home/claude/cv/icon-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42" y="1772290"/>
            <a:ext cx="442204" cy="4422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73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değil, gerçek saha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Kontrollü ortam yerine gerçek çiftlikte, tek kare, değişken ışık ve hareket koşullarında çalışan sistem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356B37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709928"/>
            <a:ext cx="566928" cy="566928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0" name="Image 1" descr="/home/claude/cv/icon-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482" y="1772290"/>
            <a:ext cx="442204" cy="4422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73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Açık-küme tanıma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377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sınıflandırıcı değil, embedding tabanlı yaklaşım — yeni doğan hayvan eklenince model yeniden eğitilmiyor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356B37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407408"/>
            <a:ext cx="566928" cy="566928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5" name="Image 2" descr="/home/claude/cv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2" y="4469770"/>
            <a:ext cx="442204" cy="4422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 yedekleme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507492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Tanıma güveni düşükse otomatik olarak manuel küpe no / QR koduna düşen fallback mekanizması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55080" y="4114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356B37"/>
          </a:solidFill>
          <a:ln/>
        </p:spPr>
      </p:sp>
      <p:sp>
        <p:nvSpPr>
          <p:cNvPr id="19" name="Shape 14"/>
          <p:cNvSpPr/>
          <p:nvPr/>
        </p:nvSpPr>
        <p:spPr>
          <a:xfrm>
            <a:off x="6675120" y="4407408"/>
            <a:ext cx="566928" cy="566928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0" name="Image 3" descr="/home/claude/cv/icon-id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482" y="4469770"/>
            <a:ext cx="442204" cy="4422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Resmî sistemle uyumlu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507492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TÜRKVET/KKKS hayvan kayıt sistemiyle örtüşen veri modeli (küpe no, ırk, doğum tarihi)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EEF3E8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21945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cv/icon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486" y="2285086"/>
            <a:ext cx="641909" cy="6419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kamera yakalama · on-device çıkarım (TFLite) · offline-first (SQLite)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069080" y="3200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8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EE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0" y="21945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/home/claude/cv/icon-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686" y="2285086"/>
            <a:ext cx="641909" cy="64190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Tanıma Modeli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tabanlı embedding · transfer learning · cosine similarity eşleştirme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3200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8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45820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EEF3E8"/>
          </a:solidFill>
          <a:ln/>
        </p:spPr>
      </p:sp>
      <p:sp>
        <p:nvSpPr>
          <p:cNvPr id="16" name="Shape 12"/>
          <p:cNvSpPr/>
          <p:nvPr/>
        </p:nvSpPr>
        <p:spPr>
          <a:xfrm>
            <a:off x="9738360" y="21945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/home/claude/cv/icon-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886" y="2285086"/>
            <a:ext cx="641909" cy="64190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10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Veritabanı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+ PostgreSQL · hayvan profili · sağlık, soy ağacı · senkronizasyon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EF3E8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5740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cv/icon-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517" y="2125797"/>
            <a:ext cx="484998" cy="4849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Veri Toplama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3375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Çiftlikteki her hayvandan farklı açı/ışıkta 15-20 fotoğraf — sabah, öğle, akşam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0" y="17373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4846320" y="2057400"/>
            <a:ext cx="621792" cy="621792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0" name="Image 1" descr="/home/claude/cv/icon-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17" y="2125797"/>
            <a:ext cx="484998" cy="48499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4632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Model Eğitimi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33375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omurgası + embedding katmanı; çiftlik verisiyle transfer learning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58200" y="17373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EF3E8"/>
          </a:solidFill>
          <a:ln/>
        </p:spPr>
      </p:sp>
      <p:sp>
        <p:nvSpPr>
          <p:cNvPr id="14" name="Shape 10"/>
          <p:cNvSpPr/>
          <p:nvPr/>
        </p:nvSpPr>
        <p:spPr>
          <a:xfrm>
            <a:off x="8732520" y="2057400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/home/claude/cv/icon-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917" y="2125797"/>
            <a:ext cx="484998" cy="4849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3252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Mobil Entegrasyon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732520" y="33375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dönüşümü, tflite_flutter ile cihazda çalışan, hedef &lt;1 sn çıkarım süresi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Özellikler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3E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0992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cv/icon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42" y="1772290"/>
            <a:ext cx="442204" cy="4422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73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&amp; Aşı Takvimi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68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Bildirimle hatırlatma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3E8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70992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/home/claude/cv/icon-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482" y="1772290"/>
            <a:ext cx="442204" cy="4422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73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Ağacı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468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Anne/baba ve yavru ilişkileri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3E8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40740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/home/claude/cv/icon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2" y="4469770"/>
            <a:ext cx="442204" cy="4422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 Eğrisi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5166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Kilo/gelişim anomali tespiti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55080" y="4114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3E8"/>
          </a:solidFill>
          <a:ln/>
        </p:spPr>
      </p:sp>
      <p:sp>
        <p:nvSpPr>
          <p:cNvPr id="19" name="Shape 14"/>
          <p:cNvSpPr/>
          <p:nvPr/>
        </p:nvSpPr>
        <p:spPr>
          <a:xfrm>
            <a:off x="6675120" y="440740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/home/claude/cv/icon-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482" y="4469770"/>
            <a:ext cx="442204" cy="4422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 Özeti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5166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Yaş/ırk dağılımı, doğum takvimi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Planı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38100">
            <a:solidFill>
              <a:srgbClr val="6B8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274320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EEF3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1-4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+ Veri Toplama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75888" y="274320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118872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EEF3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07792" y="1280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5-9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1600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İskelet + Model Eğitimi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274320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4" y="118872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EEF3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75504" y="1280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10-12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600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+ Backend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1312" y="274320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1776" y="118872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EEF3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43216" y="1280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13-14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43216" y="1600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Testi + İyileştirme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479024" y="2743200"/>
            <a:ext cx="274320" cy="2743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19488" y="118872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EEF3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10928" y="1280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15-16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10928" y="1600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+ Savunma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ÇİFTLİĞİM — Bitirme Projesi Önerisi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Çıktılar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4" name="Image 0" descr="/home/claude/cv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0477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52704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için çalışan Flutter mobil uygulaması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7" name="Image 1" descr="/home/claude/cv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318004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Mobilde çalışan, eğitilmiş bir hayvan tanıma modeli (TFLite)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0" name="Image 2" descr="/home/claude/cv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031236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95351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tabanlı backend ve veritabanı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3" name="Image 3" descr="/home/claude/cv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744468"/>
            <a:ext cx="356616" cy="3566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66744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çiftlikte yapılmış gerçek saha testi sonuçları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4407408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6" name="Image 4" descr="/home/claude/cv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4457700"/>
            <a:ext cx="356616" cy="35661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379976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 tez raporu ve savunma sunumu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943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CE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2026-09-08T12:45:38Z</dcterms:created>
  <dcterms:modified xsi:type="dcterms:W3CDTF">2026-09-08T12:45:38Z</dcterms:modified>
</cp:coreProperties>
</file>